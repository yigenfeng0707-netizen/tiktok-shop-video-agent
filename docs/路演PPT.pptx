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0" tIns="80000" bIns="80000"/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TikTok Shop 跨境卖家的视频生产困境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60000"/>
            <a:ext cx="12192000" cy="60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92000" y="0"/>
            <a:ext cx="1200000" cy="760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/>
              </a:rPr>
              <a:t>1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000"/>
            <a:ext cx="12192000" cy="348000"/>
          </a:xfrm>
          <a:prstGeom prst="rect">
            <a:avLst/>
          </a:prstGeom>
          <a:solidFill>
            <a:srgbClr val="E7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0000" y="6510000"/>
            <a:ext cx="8000000" cy="348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900" b="0">
                <a:solidFill>
                  <a:srgbClr val="1F3864"/>
                </a:solidFill>
                <a:latin typeface="微软雅黑"/>
              </a:rPr>
              <a:t>TikTok Shop 跨境短视频 AI 本地化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2000" y="6510000"/>
            <a:ext cx="4000000" cy="348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900" b="0">
                <a:solidFill>
                  <a:srgbClr val="1F3864"/>
                </a:solidFill>
                <a:latin typeface="微软雅黑"/>
              </a:rPr>
              <a:t>Solo · 冯亦根</a:t>
            </a:r>
          </a:p>
        </p:txBody>
      </p:sp>
      <p:pic>
        <p:nvPicPr>
          <p:cNvPr id="8" name="Picture 7" descr="p1_pain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979546"/>
            <a:ext cx="5900000" cy="2940907"/>
          </a:xfrm>
          <a:prstGeom prst="rect">
            <a:avLst/>
          </a:prstGeom>
        </p:spPr>
      </p:pic>
      <p:pic>
        <p:nvPicPr>
          <p:cNvPr id="9" name="Picture 8" descr="p1_market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003" y="950000"/>
            <a:ext cx="4739993" cy="2350000"/>
          </a:xfrm>
          <a:prstGeom prst="rect">
            <a:avLst/>
          </a:prstGeom>
        </p:spPr>
      </p:pic>
      <p:pic>
        <p:nvPicPr>
          <p:cNvPr id="10" name="Picture 9" descr="p1_user_perso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246" y="3400000"/>
            <a:ext cx="3387507" cy="2550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000" y="6050000"/>
            <a:ext cx="3900000" cy="420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00" y="6090000"/>
            <a:ext cx="3900000" cy="23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2000" b="1">
                <a:solidFill>
                  <a:srgbClr val="ED7D31"/>
                </a:solidFill>
                <a:latin typeface="微软雅黑"/>
              </a:rPr>
              <a:t>50-80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00" y="6300000"/>
            <a:ext cx="3900000" cy="16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跨境卖家规模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6000" y="6050000"/>
            <a:ext cx="3900000" cy="420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6000" y="6090000"/>
            <a:ext cx="3900000" cy="23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2000" b="1">
                <a:solidFill>
                  <a:srgbClr val="ED7D31"/>
                </a:solidFill>
                <a:latin typeface="微软雅黑"/>
              </a:rPr>
              <a:t>250-400 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6000" y="6300000"/>
            <a:ext cx="3900000" cy="16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视频制作年支出（元）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6000" y="6050000"/>
            <a:ext cx="3900000" cy="420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6000" y="6090000"/>
            <a:ext cx="3900000" cy="23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2000" b="1">
                <a:solidFill>
                  <a:srgbClr val="ED7D31"/>
                </a:solidFill>
                <a:latin typeface="微软雅黑"/>
              </a:rPr>
              <a:t>98%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6000" y="6300000"/>
            <a:ext cx="3900000" cy="16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成本降低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0" tIns="80000" bIns="80000"/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AI 本地化短视频生产流水线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60000"/>
            <a:ext cx="12192000" cy="60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92000" y="0"/>
            <a:ext cx="1200000" cy="760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/>
              </a:rPr>
              <a:t>2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000"/>
            <a:ext cx="12192000" cy="348000"/>
          </a:xfrm>
          <a:prstGeom prst="rect">
            <a:avLst/>
          </a:prstGeom>
          <a:solidFill>
            <a:srgbClr val="E7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0000" y="6510000"/>
            <a:ext cx="8000000" cy="348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900" b="0">
                <a:solidFill>
                  <a:srgbClr val="1F3864"/>
                </a:solidFill>
                <a:latin typeface="微软雅黑"/>
              </a:rPr>
              <a:t>TikTok Shop 跨境短视频 AI 本地化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2000" y="6510000"/>
            <a:ext cx="4000000" cy="348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900" b="0">
                <a:solidFill>
                  <a:srgbClr val="1F3864"/>
                </a:solidFill>
                <a:latin typeface="微软雅黑"/>
              </a:rPr>
              <a:t>Solo · 冯亦根</a:t>
            </a:r>
          </a:p>
        </p:txBody>
      </p:sp>
      <p:pic>
        <p:nvPicPr>
          <p:cNvPr id="8" name="Picture 7" descr="p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630" y="950000"/>
            <a:ext cx="6390740" cy="2900000"/>
          </a:xfrm>
          <a:prstGeom prst="rect">
            <a:avLst/>
          </a:prstGeom>
        </p:spPr>
      </p:pic>
      <p:pic>
        <p:nvPicPr>
          <p:cNvPr id="9" name="Picture 8" descr="p2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813" y="3950000"/>
            <a:ext cx="2344374" cy="2100000"/>
          </a:xfrm>
          <a:prstGeom prst="rect">
            <a:avLst/>
          </a:prstGeom>
        </p:spPr>
      </p:pic>
      <p:pic>
        <p:nvPicPr>
          <p:cNvPr id="10" name="Picture 9" descr="p2_inno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615" y="3950000"/>
            <a:ext cx="5330769" cy="2100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00000" y="6120000"/>
            <a:ext cx="11590000" cy="380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多国批量本地化  ·  文化禁忌自动规避  ·  数据反哺闭环迭代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0" tIns="80000" bIns="80000"/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现场 Demo 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60000"/>
            <a:ext cx="12192000" cy="60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92000" y="0"/>
            <a:ext cx="1200000" cy="760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/>
              </a:rPr>
              <a:t>3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000"/>
            <a:ext cx="12192000" cy="348000"/>
          </a:xfrm>
          <a:prstGeom prst="rect">
            <a:avLst/>
          </a:prstGeom>
          <a:solidFill>
            <a:srgbClr val="E7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0000" y="6510000"/>
            <a:ext cx="8000000" cy="348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900" b="0">
                <a:solidFill>
                  <a:srgbClr val="1F3864"/>
                </a:solidFill>
                <a:latin typeface="微软雅黑"/>
              </a:rPr>
              <a:t>TikTok Shop 跨境短视频 AI 本地化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2000" y="6510000"/>
            <a:ext cx="4000000" cy="348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900" b="0">
                <a:solidFill>
                  <a:srgbClr val="1F3864"/>
                </a:solidFill>
                <a:latin typeface="微软雅黑"/>
              </a:rPr>
              <a:t>Solo · 冯亦根</a:t>
            </a:r>
          </a:p>
        </p:txBody>
      </p:sp>
      <p:pic>
        <p:nvPicPr>
          <p:cNvPr id="8" name="Picture 7" descr="p3_demo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51" y="950000"/>
            <a:ext cx="3989898" cy="50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0000" y="1000000"/>
            <a:ext cx="7000000" cy="360000"/>
          </a:xfrm>
          <a:prstGeom prst="rect">
            <a:avLst/>
          </a:prstGeom>
          <a:noFill/>
        </p:spPr>
        <p:txBody>
          <a:bodyPr wrap="square" anchor="t" lIns="80000" rIns="80000" tIns="40000" bIns="40000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微软雅黑"/>
              </a:rPr>
              <a:t>5 国视频产出矩阵</a:t>
            </a:r>
          </a:p>
        </p:txBody>
      </p:sp>
      <p:pic>
        <p:nvPicPr>
          <p:cNvPr id="10" name="Picture 9" descr="p3_cou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000" y="1677676"/>
            <a:ext cx="7000000" cy="31446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50000" y="6000000"/>
            <a:ext cx="11490000" cy="4700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MCP: open.hirebox.cn/mcp/65_my-agent_4Dsd7ZgAud4   ·   响应 0.589s   ·   6 工具全部可用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0" tIns="80000" bIns="80000"/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技术架构与 AI 使用披露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60000"/>
            <a:ext cx="12192000" cy="60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92000" y="0"/>
            <a:ext cx="1200000" cy="760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/>
              </a:rPr>
              <a:t>4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000"/>
            <a:ext cx="12192000" cy="348000"/>
          </a:xfrm>
          <a:prstGeom prst="rect">
            <a:avLst/>
          </a:prstGeom>
          <a:solidFill>
            <a:srgbClr val="E7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0000" y="6510000"/>
            <a:ext cx="8000000" cy="348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900" b="0">
                <a:solidFill>
                  <a:srgbClr val="1F3864"/>
                </a:solidFill>
                <a:latin typeface="微软雅黑"/>
              </a:rPr>
              <a:t>TikTok Shop 跨境短视频 AI 本地化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2000" y="6510000"/>
            <a:ext cx="4000000" cy="348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900" b="0">
                <a:solidFill>
                  <a:srgbClr val="1F3864"/>
                </a:solidFill>
                <a:latin typeface="微软雅黑"/>
              </a:rPr>
              <a:t>Solo · 冯亦根</a:t>
            </a:r>
          </a:p>
        </p:txBody>
      </p:sp>
      <p:pic>
        <p:nvPicPr>
          <p:cNvPr id="8" name="Picture 7" descr="p4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537615"/>
            <a:ext cx="6200000" cy="3924770"/>
          </a:xfrm>
          <a:prstGeom prst="rect">
            <a:avLst/>
          </a:prstGeom>
        </p:spPr>
      </p:pic>
      <p:pic>
        <p:nvPicPr>
          <p:cNvPr id="9" name="Picture 8" descr="p4_ai_disclo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178" y="950000"/>
            <a:ext cx="3269643" cy="240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00000" y="3500000"/>
            <a:ext cx="5200000" cy="25500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00000" y="3500000"/>
            <a:ext cx="5200000" cy="70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0000" y="3620000"/>
            <a:ext cx="4920000" cy="380000"/>
          </a:xfrm>
          <a:prstGeom prst="rect">
            <a:avLst/>
          </a:prstGeom>
          <a:noFill/>
        </p:spPr>
        <p:txBody>
          <a:bodyPr wrap="square" anchor="t" lIns="80000" rIns="80000" tIns="40000" bIns="40000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微软雅黑"/>
              </a:rPr>
              <a:t>核心技术栈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0000" y="4060000"/>
            <a:ext cx="4920000" cy="1900000"/>
          </a:xfrm>
          <a:prstGeom prst="rect">
            <a:avLst/>
          </a:prstGeom>
          <a:noFill/>
        </p:spPr>
        <p:txBody>
          <a:bodyPr wrap="square" lIns="80000" rIns="80000" tIns="40000" bIns="400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• MiXer AI — Agent 主编排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• MCP — 模型上下文协议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• GPT-4 — 脚本生成 / 数据复盘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• HeyGen — 多语种数字人合成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• ffmpeg — 批量剪辑 / 字幕 BGM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• python-pptx — 路演物料生成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• matplotlib — 数据可视化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0000" y="6120000"/>
            <a:ext cx="11590000" cy="380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/>
          <a:lstStyle/>
          <a:p>
            <a:pPr algn="ctr"/>
            <a:r>
              <a:rPr sz="1500" b="1">
                <a:solidFill>
                  <a:srgbClr val="ED7D31"/>
                </a:solidFill>
                <a:latin typeface="微软雅黑"/>
              </a:rPr>
              <a:t>AI 技术评分：100 / 100   ·   A 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0" tIns="80000" bIns="80000"/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商业化路径与收入预测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60000"/>
            <a:ext cx="12192000" cy="60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92000" y="0"/>
            <a:ext cx="1200000" cy="760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/>
              </a:rPr>
              <a:t>5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000"/>
            <a:ext cx="12192000" cy="348000"/>
          </a:xfrm>
          <a:prstGeom prst="rect">
            <a:avLst/>
          </a:prstGeom>
          <a:solidFill>
            <a:srgbClr val="E7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0000" y="6510000"/>
            <a:ext cx="8000000" cy="348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900" b="0">
                <a:solidFill>
                  <a:srgbClr val="1F3864"/>
                </a:solidFill>
                <a:latin typeface="微软雅黑"/>
              </a:rPr>
              <a:t>TikTok Shop 跨境短视频 AI 本地化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2000" y="6510000"/>
            <a:ext cx="4000000" cy="34800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900" b="0">
                <a:solidFill>
                  <a:srgbClr val="1F3864"/>
                </a:solidFill>
                <a:latin typeface="微软雅黑"/>
              </a:rPr>
              <a:t>Solo · 冯亦根</a:t>
            </a:r>
          </a:p>
        </p:txBody>
      </p:sp>
      <p:pic>
        <p:nvPicPr>
          <p:cNvPr id="8" name="Picture 7" descr="p5_business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9" y="950000"/>
            <a:ext cx="4842962" cy="2400000"/>
          </a:xfrm>
          <a:prstGeom prst="rect">
            <a:avLst/>
          </a:prstGeom>
        </p:spPr>
      </p:pic>
      <p:pic>
        <p:nvPicPr>
          <p:cNvPr id="9" name="Picture 8" descr="p5_revenue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000" y="950000"/>
            <a:ext cx="5280000" cy="2400000"/>
          </a:xfrm>
          <a:prstGeom prst="rect">
            <a:avLst/>
          </a:prstGeom>
        </p:spPr>
      </p:pic>
      <p:pic>
        <p:nvPicPr>
          <p:cNvPr id="10" name="Picture 9" descr="p5_road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278" y="3500000"/>
            <a:ext cx="5619444" cy="2550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000" y="6120000"/>
            <a:ext cx="3900000" cy="380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00" y="6160000"/>
            <a:ext cx="3900000" cy="23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2000" b="1">
                <a:solidFill>
                  <a:srgbClr val="ED7D31"/>
                </a:solidFill>
                <a:latin typeface="微软雅黑"/>
              </a:rPr>
              <a:t>50-100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00" y="6370000"/>
            <a:ext cx="3900000" cy="12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首年收入（元）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6000" y="6120000"/>
            <a:ext cx="3900000" cy="380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6000" y="6160000"/>
            <a:ext cx="3900000" cy="23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2000" b="1">
                <a:solidFill>
                  <a:srgbClr val="ED7D31"/>
                </a:solidFill>
                <a:latin typeface="微软雅黑"/>
              </a:rPr>
              <a:t>3 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6000" y="6370000"/>
            <a:ext cx="3900000" cy="12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商业模式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6000" y="6120000"/>
            <a:ext cx="3900000" cy="380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6000" y="6160000"/>
            <a:ext cx="3900000" cy="23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2000" b="1">
                <a:solidFill>
                  <a:srgbClr val="ED7D31"/>
                </a:solidFill>
                <a:latin typeface="微软雅黑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6000" y="6370000"/>
            <a:ext cx="3900000" cy="120000"/>
          </a:xfrm>
          <a:prstGeom prst="rect">
            <a:avLst/>
          </a:prstGeom>
          <a:noFill/>
        </p:spPr>
        <p:txBody>
          <a:bodyPr wrap="square" anchor="ctr" lIns="80000" rIns="80000" tIns="40000" bIns="400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MVP 上线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